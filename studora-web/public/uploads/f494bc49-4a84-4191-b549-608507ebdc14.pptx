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58" r:id="rId8"/>
    <p:sldId id="265" r:id="rId9"/>
    <p:sldId id="261" r:id="rId10"/>
    <p:sldId id="259" r:id="rId11"/>
    <p:sldId id="268" r:id="rId12"/>
    <p:sldId id="266" r:id="rId13"/>
    <p:sldId id="267" r:id="rId14"/>
    <p:sldId id="271" r:id="rId15"/>
    <p:sldId id="272" r:id="rId16"/>
    <p:sldId id="273" r:id="rId17"/>
    <p:sldId id="270" r:id="rId18"/>
    <p:sldId id="278" r:id="rId19"/>
    <p:sldId id="274" r:id="rId20"/>
    <p:sldId id="275" r:id="rId21"/>
    <p:sldId id="276" r:id="rId22"/>
    <p:sldId id="277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BF3CDA-80CC-4B72-9B60-C1EB88AD642F}" v="69" dt="2024-09-20T04:36:45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st. Prof. (Dr.) Vaishali Chourey" userId="718910d3-8034-4e50-a35c-495d59592351" providerId="ADAL" clId="{F0BF3CDA-80CC-4B72-9B60-C1EB88AD642F}"/>
    <pc:docChg chg="undo custSel addSld modSld sldOrd modMainMaster">
      <pc:chgData name="Asst. Prof. (Dr.) Vaishali Chourey" userId="718910d3-8034-4e50-a35c-495d59592351" providerId="ADAL" clId="{F0BF3CDA-80CC-4B72-9B60-C1EB88AD642F}" dt="2024-09-20T04:36:58.505" v="1202" actId="1076"/>
      <pc:docMkLst>
        <pc:docMk/>
      </pc:docMkLst>
      <pc:sldChg chg="addSp delSp modSp new mod modClrScheme chgLayout">
        <pc:chgData name="Asst. Prof. (Dr.) Vaishali Chourey" userId="718910d3-8034-4e50-a35c-495d59592351" providerId="ADAL" clId="{F0BF3CDA-80CC-4B72-9B60-C1EB88AD642F}" dt="2024-09-19T04:30:30.601" v="357" actId="27636"/>
        <pc:sldMkLst>
          <pc:docMk/>
          <pc:sldMk cId="321011511" sldId="256"/>
        </pc:sldMkLst>
        <pc:spChg chg="del mod">
          <ac:chgData name="Asst. Prof. (Dr.) Vaishali Chourey" userId="718910d3-8034-4e50-a35c-495d59592351" providerId="ADAL" clId="{F0BF3CDA-80CC-4B72-9B60-C1EB88AD642F}" dt="2024-09-19T04:29:32.943" v="309" actId="478"/>
          <ac:spMkLst>
            <pc:docMk/>
            <pc:sldMk cId="321011511" sldId="256"/>
            <ac:spMk id="2" creationId="{F2471D6C-9D61-D1E5-80AC-7568815E9421}"/>
          </ac:spMkLst>
        </pc:spChg>
        <pc:spChg chg="del mod">
          <ac:chgData name="Asst. Prof. (Dr.) Vaishali Chourey" userId="718910d3-8034-4e50-a35c-495d59592351" providerId="ADAL" clId="{F0BF3CDA-80CC-4B72-9B60-C1EB88AD642F}" dt="2024-09-19T04:29:34.473" v="310" actId="478"/>
          <ac:spMkLst>
            <pc:docMk/>
            <pc:sldMk cId="321011511" sldId="256"/>
            <ac:spMk id="3" creationId="{BEE99B8B-F8C3-05AC-5D45-E576C8E762DF}"/>
          </ac:spMkLst>
        </pc:spChg>
        <pc:spChg chg="add mod">
          <ac:chgData name="Asst. Prof. (Dr.) Vaishali Chourey" userId="718910d3-8034-4e50-a35c-495d59592351" providerId="ADAL" clId="{F0BF3CDA-80CC-4B72-9B60-C1EB88AD642F}" dt="2024-09-19T04:30:30.601" v="357" actId="27636"/>
          <ac:spMkLst>
            <pc:docMk/>
            <pc:sldMk cId="321011511" sldId="256"/>
            <ac:spMk id="10" creationId="{91620D53-F519-42B3-A6C2-D132A8F9561F}"/>
          </ac:spMkLst>
        </pc:spChg>
        <pc:spChg chg="add del mod">
          <ac:chgData name="Asst. Prof. (Dr.) Vaishali Chourey" userId="718910d3-8034-4e50-a35c-495d59592351" providerId="ADAL" clId="{F0BF3CDA-80CC-4B72-9B60-C1EB88AD642F}" dt="2024-09-19T04:29:55.615" v="318" actId="478"/>
          <ac:spMkLst>
            <pc:docMk/>
            <pc:sldMk cId="321011511" sldId="256"/>
            <ac:spMk id="12" creationId="{676B4C17-102E-7B92-9F7E-D2BDD8B1F7E7}"/>
          </ac:spMkLst>
        </pc:spChg>
        <pc:picChg chg="add mod">
          <ac:chgData name="Asst. Prof. (Dr.) Vaishali Chourey" userId="718910d3-8034-4e50-a35c-495d59592351" providerId="ADAL" clId="{F0BF3CDA-80CC-4B72-9B60-C1EB88AD642F}" dt="2024-09-19T04:30:05.669" v="323" actId="1076"/>
          <ac:picMkLst>
            <pc:docMk/>
            <pc:sldMk cId="321011511" sldId="256"/>
            <ac:picMk id="5" creationId="{60A4EDA8-48B1-DD2C-12CC-C8CB523DE232}"/>
          </ac:picMkLst>
        </pc:picChg>
      </pc:sldChg>
      <pc:sldChg chg="addSp modSp new mod">
        <pc:chgData name="Asst. Prof. (Dr.) Vaishali Chourey" userId="718910d3-8034-4e50-a35c-495d59592351" providerId="ADAL" clId="{F0BF3CDA-80CC-4B72-9B60-C1EB88AD642F}" dt="2024-09-19T04:28:29.816" v="308" actId="1076"/>
        <pc:sldMkLst>
          <pc:docMk/>
          <pc:sldMk cId="3059252899" sldId="257"/>
        </pc:sldMkLst>
        <pc:spChg chg="mod">
          <ac:chgData name="Asst. Prof. (Dr.) Vaishali Chourey" userId="718910d3-8034-4e50-a35c-495d59592351" providerId="ADAL" clId="{F0BF3CDA-80CC-4B72-9B60-C1EB88AD642F}" dt="2024-09-19T04:00:57.896" v="16"/>
          <ac:spMkLst>
            <pc:docMk/>
            <pc:sldMk cId="3059252899" sldId="257"/>
            <ac:spMk id="2" creationId="{6E4E48B6-1BE6-2A1A-6FE6-63B745601369}"/>
          </ac:spMkLst>
        </pc:spChg>
        <pc:spChg chg="mod">
          <ac:chgData name="Asst. Prof. (Dr.) Vaishali Chourey" userId="718910d3-8034-4e50-a35c-495d59592351" providerId="ADAL" clId="{F0BF3CDA-80CC-4B72-9B60-C1EB88AD642F}" dt="2024-09-19T04:01:06.416" v="18" actId="255"/>
          <ac:spMkLst>
            <pc:docMk/>
            <pc:sldMk cId="3059252899" sldId="257"/>
            <ac:spMk id="3" creationId="{6437FD39-EFB8-DC25-AF1B-5CBD7605C588}"/>
          </ac:spMkLst>
        </pc:spChg>
        <pc:picChg chg="add mod">
          <ac:chgData name="Asst. Prof. (Dr.) Vaishali Chourey" userId="718910d3-8034-4e50-a35c-495d59592351" providerId="ADAL" clId="{F0BF3CDA-80CC-4B72-9B60-C1EB88AD642F}" dt="2024-09-19T04:28:29.816" v="308" actId="1076"/>
          <ac:picMkLst>
            <pc:docMk/>
            <pc:sldMk cId="3059252899" sldId="257"/>
            <ac:picMk id="5" creationId="{547FCE16-C966-2FF0-9EA6-605B055BB125}"/>
          </ac:picMkLst>
        </pc:picChg>
      </pc:sldChg>
      <pc:sldChg chg="addSp delSp modSp new mod">
        <pc:chgData name="Asst. Prof. (Dr.) Vaishali Chourey" userId="718910d3-8034-4e50-a35c-495d59592351" providerId="ADAL" clId="{F0BF3CDA-80CC-4B72-9B60-C1EB88AD642F}" dt="2024-09-19T04:03:13.693" v="70" actId="20577"/>
        <pc:sldMkLst>
          <pc:docMk/>
          <pc:sldMk cId="1423719184" sldId="258"/>
        </pc:sldMkLst>
        <pc:spChg chg="mod">
          <ac:chgData name="Asst. Prof. (Dr.) Vaishali Chourey" userId="718910d3-8034-4e50-a35c-495d59592351" providerId="ADAL" clId="{F0BF3CDA-80CC-4B72-9B60-C1EB88AD642F}" dt="2024-09-19T04:03:13.693" v="70" actId="20577"/>
          <ac:spMkLst>
            <pc:docMk/>
            <pc:sldMk cId="1423719184" sldId="258"/>
            <ac:spMk id="2" creationId="{EAD4F4FC-F2CB-349C-2EE4-A6FC7D9D3AC6}"/>
          </ac:spMkLst>
        </pc:spChg>
        <pc:spChg chg="del">
          <ac:chgData name="Asst. Prof. (Dr.) Vaishali Chourey" userId="718910d3-8034-4e50-a35c-495d59592351" providerId="ADAL" clId="{F0BF3CDA-80CC-4B72-9B60-C1EB88AD642F}" dt="2024-09-19T04:02:51.388" v="50"/>
          <ac:spMkLst>
            <pc:docMk/>
            <pc:sldMk cId="1423719184" sldId="258"/>
            <ac:spMk id="3" creationId="{70B10CAF-3436-A502-D46C-D23C8BCDB699}"/>
          </ac:spMkLst>
        </pc:spChg>
        <pc:picChg chg="add mod">
          <ac:chgData name="Asst. Prof. (Dr.) Vaishali Chourey" userId="718910d3-8034-4e50-a35c-495d59592351" providerId="ADAL" clId="{F0BF3CDA-80CC-4B72-9B60-C1EB88AD642F}" dt="2024-09-19T04:02:56.784" v="55" actId="1076"/>
          <ac:picMkLst>
            <pc:docMk/>
            <pc:sldMk cId="1423719184" sldId="258"/>
            <ac:picMk id="5" creationId="{D61C32DD-EE49-D4B2-C79C-6C5831572756}"/>
          </ac:picMkLst>
        </pc:picChg>
      </pc:sldChg>
      <pc:sldChg chg="addSp delSp modSp new mod">
        <pc:chgData name="Asst. Prof. (Dr.) Vaishali Chourey" userId="718910d3-8034-4e50-a35c-495d59592351" providerId="ADAL" clId="{F0BF3CDA-80CC-4B72-9B60-C1EB88AD642F}" dt="2024-09-19T04:03:57.327" v="77" actId="1076"/>
        <pc:sldMkLst>
          <pc:docMk/>
          <pc:sldMk cId="3540698395" sldId="259"/>
        </pc:sldMkLst>
        <pc:spChg chg="mod">
          <ac:chgData name="Asst. Prof. (Dr.) Vaishali Chourey" userId="718910d3-8034-4e50-a35c-495d59592351" providerId="ADAL" clId="{F0BF3CDA-80CC-4B72-9B60-C1EB88AD642F}" dt="2024-09-19T04:03:05.747" v="58"/>
          <ac:spMkLst>
            <pc:docMk/>
            <pc:sldMk cId="3540698395" sldId="259"/>
            <ac:spMk id="2" creationId="{77A92DFE-369D-93A3-6547-AAB05B9F0998}"/>
          </ac:spMkLst>
        </pc:spChg>
        <pc:spChg chg="del">
          <ac:chgData name="Asst. Prof. (Dr.) Vaishali Chourey" userId="718910d3-8034-4e50-a35c-495d59592351" providerId="ADAL" clId="{F0BF3CDA-80CC-4B72-9B60-C1EB88AD642F}" dt="2024-09-19T04:03:51.116" v="72"/>
          <ac:spMkLst>
            <pc:docMk/>
            <pc:sldMk cId="3540698395" sldId="259"/>
            <ac:spMk id="3" creationId="{80FAED82-E768-B104-3055-46F99EBC736B}"/>
          </ac:spMkLst>
        </pc:spChg>
        <pc:picChg chg="add">
          <ac:chgData name="Asst. Prof. (Dr.) Vaishali Chourey" userId="718910d3-8034-4e50-a35c-495d59592351" providerId="ADAL" clId="{F0BF3CDA-80CC-4B72-9B60-C1EB88AD642F}" dt="2024-09-19T04:03:30.954" v="71"/>
          <ac:picMkLst>
            <pc:docMk/>
            <pc:sldMk cId="3540698395" sldId="259"/>
            <ac:picMk id="4" creationId="{BA69D36B-7293-E9AC-3467-94D27D12605F}"/>
          </ac:picMkLst>
        </pc:picChg>
        <pc:picChg chg="add mod">
          <ac:chgData name="Asst. Prof. (Dr.) Vaishali Chourey" userId="718910d3-8034-4e50-a35c-495d59592351" providerId="ADAL" clId="{F0BF3CDA-80CC-4B72-9B60-C1EB88AD642F}" dt="2024-09-19T04:03:57.327" v="77" actId="1076"/>
          <ac:picMkLst>
            <pc:docMk/>
            <pc:sldMk cId="3540698395" sldId="259"/>
            <ac:picMk id="6" creationId="{A958883F-BB13-6AC7-8833-B672C40C5B26}"/>
          </ac:picMkLst>
        </pc:picChg>
      </pc:sldChg>
      <pc:sldChg chg="modSp new mod">
        <pc:chgData name="Asst. Prof. (Dr.) Vaishali Chourey" userId="718910d3-8034-4e50-a35c-495d59592351" providerId="ADAL" clId="{F0BF3CDA-80CC-4B72-9B60-C1EB88AD642F}" dt="2024-09-19T04:07:06.139" v="97" actId="20577"/>
        <pc:sldMkLst>
          <pc:docMk/>
          <pc:sldMk cId="2751177330" sldId="260"/>
        </pc:sldMkLst>
        <pc:spChg chg="mod">
          <ac:chgData name="Asst. Prof. (Dr.) Vaishali Chourey" userId="718910d3-8034-4e50-a35c-495d59592351" providerId="ADAL" clId="{F0BF3CDA-80CC-4B72-9B60-C1EB88AD642F}" dt="2024-09-19T04:04:10.407" v="79"/>
          <ac:spMkLst>
            <pc:docMk/>
            <pc:sldMk cId="2751177330" sldId="260"/>
            <ac:spMk id="2" creationId="{CB626474-6F05-DC0F-FE6A-A1D0D6B3B99D}"/>
          </ac:spMkLst>
        </pc:spChg>
        <pc:spChg chg="mod">
          <ac:chgData name="Asst. Prof. (Dr.) Vaishali Chourey" userId="718910d3-8034-4e50-a35c-495d59592351" providerId="ADAL" clId="{F0BF3CDA-80CC-4B72-9B60-C1EB88AD642F}" dt="2024-09-19T04:07:06.139" v="97" actId="20577"/>
          <ac:spMkLst>
            <pc:docMk/>
            <pc:sldMk cId="2751177330" sldId="260"/>
            <ac:spMk id="3" creationId="{70823A00-3A2C-99B7-6F52-EB321154D5C9}"/>
          </ac:spMkLst>
        </pc:spChg>
      </pc:sldChg>
      <pc:sldChg chg="addSp modSp new mod ord">
        <pc:chgData name="Asst. Prof. (Dr.) Vaishali Chourey" userId="718910d3-8034-4e50-a35c-495d59592351" providerId="ADAL" clId="{F0BF3CDA-80CC-4B72-9B60-C1EB88AD642F}" dt="2024-09-19T11:41:55.800" v="398"/>
        <pc:sldMkLst>
          <pc:docMk/>
          <pc:sldMk cId="1870987196" sldId="261"/>
        </pc:sldMkLst>
        <pc:picChg chg="add mod">
          <ac:chgData name="Asst. Prof. (Dr.) Vaishali Chourey" userId="718910d3-8034-4e50-a35c-495d59592351" providerId="ADAL" clId="{F0BF3CDA-80CC-4B72-9B60-C1EB88AD642F}" dt="2024-09-19T04:04:59.252" v="84" actId="1076"/>
          <ac:picMkLst>
            <pc:docMk/>
            <pc:sldMk cId="1870987196" sldId="261"/>
            <ac:picMk id="4" creationId="{F7BFCFC3-C0F0-C2A3-A2EC-1AF212775A88}"/>
          </ac:picMkLst>
        </pc:picChg>
      </pc:sldChg>
      <pc:sldChg chg="modSp new mod">
        <pc:chgData name="Asst. Prof. (Dr.) Vaishali Chourey" userId="718910d3-8034-4e50-a35c-495d59592351" providerId="ADAL" clId="{F0BF3CDA-80CC-4B72-9B60-C1EB88AD642F}" dt="2024-09-19T04:08:09.581" v="149"/>
        <pc:sldMkLst>
          <pc:docMk/>
          <pc:sldMk cId="4101921768" sldId="262"/>
        </pc:sldMkLst>
        <pc:spChg chg="mod">
          <ac:chgData name="Asst. Prof. (Dr.) Vaishali Chourey" userId="718910d3-8034-4e50-a35c-495d59592351" providerId="ADAL" clId="{F0BF3CDA-80CC-4B72-9B60-C1EB88AD642F}" dt="2024-09-19T04:08:09.581" v="149"/>
          <ac:spMkLst>
            <pc:docMk/>
            <pc:sldMk cId="4101921768" sldId="262"/>
            <ac:spMk id="2" creationId="{E8FFC745-0ED5-8C04-4346-A2F08C8E1338}"/>
          </ac:spMkLst>
        </pc:spChg>
        <pc:spChg chg="mod">
          <ac:chgData name="Asst. Prof. (Dr.) Vaishali Chourey" userId="718910d3-8034-4e50-a35c-495d59592351" providerId="ADAL" clId="{F0BF3CDA-80CC-4B72-9B60-C1EB88AD642F}" dt="2024-09-19T04:08:03.294" v="148" actId="20577"/>
          <ac:spMkLst>
            <pc:docMk/>
            <pc:sldMk cId="4101921768" sldId="262"/>
            <ac:spMk id="3" creationId="{839B758E-415F-3515-6833-EFB97E865127}"/>
          </ac:spMkLst>
        </pc:spChg>
      </pc:sldChg>
      <pc:sldChg chg="modSp new mod">
        <pc:chgData name="Asst. Prof. (Dr.) Vaishali Chourey" userId="718910d3-8034-4e50-a35c-495d59592351" providerId="ADAL" clId="{F0BF3CDA-80CC-4B72-9B60-C1EB88AD642F}" dt="2024-09-19T04:09:12.570" v="191" actId="20577"/>
        <pc:sldMkLst>
          <pc:docMk/>
          <pc:sldMk cId="3091944245" sldId="263"/>
        </pc:sldMkLst>
        <pc:spChg chg="mod">
          <ac:chgData name="Asst. Prof. (Dr.) Vaishali Chourey" userId="718910d3-8034-4e50-a35c-495d59592351" providerId="ADAL" clId="{F0BF3CDA-80CC-4B72-9B60-C1EB88AD642F}" dt="2024-09-19T04:08:47.041" v="166" actId="20577"/>
          <ac:spMkLst>
            <pc:docMk/>
            <pc:sldMk cId="3091944245" sldId="263"/>
            <ac:spMk id="2" creationId="{3E9C312F-ABB3-14A1-57B2-B6DB9B128FF9}"/>
          </ac:spMkLst>
        </pc:spChg>
        <pc:spChg chg="mod">
          <ac:chgData name="Asst. Prof. (Dr.) Vaishali Chourey" userId="718910d3-8034-4e50-a35c-495d59592351" providerId="ADAL" clId="{F0BF3CDA-80CC-4B72-9B60-C1EB88AD642F}" dt="2024-09-19T04:09:12.570" v="191" actId="20577"/>
          <ac:spMkLst>
            <pc:docMk/>
            <pc:sldMk cId="3091944245" sldId="263"/>
            <ac:spMk id="3" creationId="{32A72550-E2E1-2CB4-8F11-17AFDF26C7EA}"/>
          </ac:spMkLst>
        </pc:spChg>
      </pc:sldChg>
      <pc:sldChg chg="modSp new mod">
        <pc:chgData name="Asst. Prof. (Dr.) Vaishali Chourey" userId="718910d3-8034-4e50-a35c-495d59592351" providerId="ADAL" clId="{F0BF3CDA-80CC-4B72-9B60-C1EB88AD642F}" dt="2024-09-19T04:10:35.516" v="259" actId="5793"/>
        <pc:sldMkLst>
          <pc:docMk/>
          <pc:sldMk cId="3074683329" sldId="264"/>
        </pc:sldMkLst>
        <pc:spChg chg="mod">
          <ac:chgData name="Asst. Prof. (Dr.) Vaishali Chourey" userId="718910d3-8034-4e50-a35c-495d59592351" providerId="ADAL" clId="{F0BF3CDA-80CC-4B72-9B60-C1EB88AD642F}" dt="2024-09-19T04:09:59.665" v="203" actId="20577"/>
          <ac:spMkLst>
            <pc:docMk/>
            <pc:sldMk cId="3074683329" sldId="264"/>
            <ac:spMk id="2" creationId="{AE18575F-1632-5BB4-7486-2B65964FFC85}"/>
          </ac:spMkLst>
        </pc:spChg>
        <pc:spChg chg="mod">
          <ac:chgData name="Asst. Prof. (Dr.) Vaishali Chourey" userId="718910d3-8034-4e50-a35c-495d59592351" providerId="ADAL" clId="{F0BF3CDA-80CC-4B72-9B60-C1EB88AD642F}" dt="2024-09-19T04:10:35.516" v="259" actId="5793"/>
          <ac:spMkLst>
            <pc:docMk/>
            <pc:sldMk cId="3074683329" sldId="264"/>
            <ac:spMk id="3" creationId="{56211E60-AC1F-6130-59A8-C5BDBA304130}"/>
          </ac:spMkLst>
        </pc:spChg>
      </pc:sldChg>
      <pc:sldChg chg="modSp new mod">
        <pc:chgData name="Asst. Prof. (Dr.) Vaishali Chourey" userId="718910d3-8034-4e50-a35c-495d59592351" providerId="ADAL" clId="{F0BF3CDA-80CC-4B72-9B60-C1EB88AD642F}" dt="2024-09-19T04:12:51.838" v="303" actId="123"/>
        <pc:sldMkLst>
          <pc:docMk/>
          <pc:sldMk cId="3919181254" sldId="265"/>
        </pc:sldMkLst>
        <pc:spChg chg="mod">
          <ac:chgData name="Asst. Prof. (Dr.) Vaishali Chourey" userId="718910d3-8034-4e50-a35c-495d59592351" providerId="ADAL" clId="{F0BF3CDA-80CC-4B72-9B60-C1EB88AD642F}" dt="2024-09-19T04:11:44.399" v="284" actId="20577"/>
          <ac:spMkLst>
            <pc:docMk/>
            <pc:sldMk cId="3919181254" sldId="265"/>
            <ac:spMk id="2" creationId="{102D6EA6-94E2-43BE-147F-CA7F5BB2533E}"/>
          </ac:spMkLst>
        </pc:spChg>
        <pc:spChg chg="mod">
          <ac:chgData name="Asst. Prof. (Dr.) Vaishali Chourey" userId="718910d3-8034-4e50-a35c-495d59592351" providerId="ADAL" clId="{F0BF3CDA-80CC-4B72-9B60-C1EB88AD642F}" dt="2024-09-19T04:12:51.838" v="303" actId="123"/>
          <ac:spMkLst>
            <pc:docMk/>
            <pc:sldMk cId="3919181254" sldId="265"/>
            <ac:spMk id="3" creationId="{AF746AA9-49FD-0261-E9EC-F8C3A26C7503}"/>
          </ac:spMkLst>
        </pc:spChg>
      </pc:sldChg>
      <pc:sldChg chg="addSp delSp modSp new mod modAnim">
        <pc:chgData name="Asst. Prof. (Dr.) Vaishali Chourey" userId="718910d3-8034-4e50-a35c-495d59592351" providerId="ADAL" clId="{F0BF3CDA-80CC-4B72-9B60-C1EB88AD642F}" dt="2024-09-20T04:23:29.744" v="892"/>
        <pc:sldMkLst>
          <pc:docMk/>
          <pc:sldMk cId="1835004569" sldId="266"/>
        </pc:sldMkLst>
        <pc:spChg chg="mod">
          <ac:chgData name="Asst. Prof. (Dr.) Vaishali Chourey" userId="718910d3-8034-4e50-a35c-495d59592351" providerId="ADAL" clId="{F0BF3CDA-80CC-4B72-9B60-C1EB88AD642F}" dt="2024-09-19T11:39:46.931" v="379" actId="20577"/>
          <ac:spMkLst>
            <pc:docMk/>
            <pc:sldMk cId="1835004569" sldId="266"/>
            <ac:spMk id="2" creationId="{C00FF3CD-1283-4546-3D39-D91D65BA322F}"/>
          </ac:spMkLst>
        </pc:spChg>
        <pc:spChg chg="mod">
          <ac:chgData name="Asst. Prof. (Dr.) Vaishali Chourey" userId="718910d3-8034-4e50-a35c-495d59592351" providerId="ADAL" clId="{F0BF3CDA-80CC-4B72-9B60-C1EB88AD642F}" dt="2024-09-20T04:23:21.660" v="890" actId="20577"/>
          <ac:spMkLst>
            <pc:docMk/>
            <pc:sldMk cId="1835004569" sldId="266"/>
            <ac:spMk id="3" creationId="{D7F7EAE2-233E-3415-4364-3484109A0A90}"/>
          </ac:spMkLst>
        </pc:spChg>
        <pc:spChg chg="add">
          <ac:chgData name="Asst. Prof. (Dr.) Vaishali Chourey" userId="718910d3-8034-4e50-a35c-495d59592351" providerId="ADAL" clId="{F0BF3CDA-80CC-4B72-9B60-C1EB88AD642F}" dt="2024-09-20T04:22:49.208" v="874"/>
          <ac:spMkLst>
            <pc:docMk/>
            <pc:sldMk cId="1835004569" sldId="266"/>
            <ac:spMk id="4" creationId="{BC675E57-3BCA-8652-2351-15BC3F8B324B}"/>
          </ac:spMkLst>
        </pc:spChg>
        <pc:picChg chg="add del mod">
          <ac:chgData name="Asst. Prof. (Dr.) Vaishali Chourey" userId="718910d3-8034-4e50-a35c-495d59592351" providerId="ADAL" clId="{F0BF3CDA-80CC-4B72-9B60-C1EB88AD642F}" dt="2024-09-19T11:43:46.852" v="409" actId="478"/>
          <ac:picMkLst>
            <pc:docMk/>
            <pc:sldMk cId="1835004569" sldId="266"/>
            <ac:picMk id="5" creationId="{8F43C139-F10C-FF68-E313-19BCFC80C4F8}"/>
          </ac:picMkLst>
        </pc:picChg>
        <pc:picChg chg="add mod">
          <ac:chgData name="Asst. Prof. (Dr.) Vaishali Chourey" userId="718910d3-8034-4e50-a35c-495d59592351" providerId="ADAL" clId="{F0BF3CDA-80CC-4B72-9B60-C1EB88AD642F}" dt="2024-09-20T04:23:27.568" v="891" actId="1076"/>
          <ac:picMkLst>
            <pc:docMk/>
            <pc:sldMk cId="1835004569" sldId="266"/>
            <ac:picMk id="7" creationId="{722DBCD3-7BFD-6A7A-2C18-282D610369B5}"/>
          </ac:picMkLst>
        </pc:picChg>
      </pc:sldChg>
      <pc:sldChg chg="addSp modSp new mod">
        <pc:chgData name="Asst. Prof. (Dr.) Vaishali Chourey" userId="718910d3-8034-4e50-a35c-495d59592351" providerId="ADAL" clId="{F0BF3CDA-80CC-4B72-9B60-C1EB88AD642F}" dt="2024-09-20T04:23:54.915" v="897" actId="20577"/>
        <pc:sldMkLst>
          <pc:docMk/>
          <pc:sldMk cId="2133622434" sldId="267"/>
        </pc:sldMkLst>
        <pc:spChg chg="mod">
          <ac:chgData name="Asst. Prof. (Dr.) Vaishali Chourey" userId="718910d3-8034-4e50-a35c-495d59592351" providerId="ADAL" clId="{F0BF3CDA-80CC-4B72-9B60-C1EB88AD642F}" dt="2024-09-20T04:22:10.376" v="868" actId="20577"/>
          <ac:spMkLst>
            <pc:docMk/>
            <pc:sldMk cId="2133622434" sldId="267"/>
            <ac:spMk id="2" creationId="{23B1D806-486B-0A2A-522E-5FD5498F6D44}"/>
          </ac:spMkLst>
        </pc:spChg>
        <pc:spChg chg="mod">
          <ac:chgData name="Asst. Prof. (Dr.) Vaishali Chourey" userId="718910d3-8034-4e50-a35c-495d59592351" providerId="ADAL" clId="{F0BF3CDA-80CC-4B72-9B60-C1EB88AD642F}" dt="2024-09-20T04:23:54.915" v="897" actId="20577"/>
          <ac:spMkLst>
            <pc:docMk/>
            <pc:sldMk cId="2133622434" sldId="267"/>
            <ac:spMk id="3" creationId="{3E6425D9-98EE-6930-F363-8639B85FA127}"/>
          </ac:spMkLst>
        </pc:spChg>
        <pc:spChg chg="add">
          <ac:chgData name="Asst. Prof. (Dr.) Vaishali Chourey" userId="718910d3-8034-4e50-a35c-495d59592351" providerId="ADAL" clId="{F0BF3CDA-80CC-4B72-9B60-C1EB88AD642F}" dt="2024-09-19T11:47:45.975" v="488"/>
          <ac:spMkLst>
            <pc:docMk/>
            <pc:sldMk cId="2133622434" sldId="267"/>
            <ac:spMk id="4" creationId="{2399F1F5-88A8-4A4E-5480-855BE3EF1FE1}"/>
          </ac:spMkLst>
        </pc:spChg>
        <pc:spChg chg="add">
          <ac:chgData name="Asst. Prof. (Dr.) Vaishali Chourey" userId="718910d3-8034-4e50-a35c-495d59592351" providerId="ADAL" clId="{F0BF3CDA-80CC-4B72-9B60-C1EB88AD642F}" dt="2024-09-20T04:23:47.448" v="894"/>
          <ac:spMkLst>
            <pc:docMk/>
            <pc:sldMk cId="2133622434" sldId="267"/>
            <ac:spMk id="4" creationId="{5F410119-12AC-1425-8BA6-6D859B882D23}"/>
          </ac:spMkLst>
        </pc:spChg>
        <pc:spChg chg="add">
          <ac:chgData name="Asst. Prof. (Dr.) Vaishali Chourey" userId="718910d3-8034-4e50-a35c-495d59592351" providerId="ADAL" clId="{F0BF3CDA-80CC-4B72-9B60-C1EB88AD642F}" dt="2024-09-19T11:47:49.616" v="489"/>
          <ac:spMkLst>
            <pc:docMk/>
            <pc:sldMk cId="2133622434" sldId="267"/>
            <ac:spMk id="5" creationId="{E1E1E621-889B-32B7-A28A-8D4556032A59}"/>
          </ac:spMkLst>
        </pc:spChg>
        <pc:spChg chg="add">
          <ac:chgData name="Asst. Prof. (Dr.) Vaishali Chourey" userId="718910d3-8034-4e50-a35c-495d59592351" providerId="ADAL" clId="{F0BF3CDA-80CC-4B72-9B60-C1EB88AD642F}" dt="2024-09-19T11:48:07.093" v="496"/>
          <ac:spMkLst>
            <pc:docMk/>
            <pc:sldMk cId="2133622434" sldId="267"/>
            <ac:spMk id="6" creationId="{B6CD6B88-DF2D-693A-C72A-E3E0676FF672}"/>
          </ac:spMkLst>
        </pc:spChg>
      </pc:sldChg>
      <pc:sldChg chg="addSp delSp modSp new mod">
        <pc:chgData name="Asst. Prof. (Dr.) Vaishali Chourey" userId="718910d3-8034-4e50-a35c-495d59592351" providerId="ADAL" clId="{F0BF3CDA-80CC-4B72-9B60-C1EB88AD642F}" dt="2024-09-19T11:42:19.563" v="405" actId="478"/>
        <pc:sldMkLst>
          <pc:docMk/>
          <pc:sldMk cId="2846327534" sldId="268"/>
        </pc:sldMkLst>
        <pc:spChg chg="del">
          <ac:chgData name="Asst. Prof. (Dr.) Vaishali Chourey" userId="718910d3-8034-4e50-a35c-495d59592351" providerId="ADAL" clId="{F0BF3CDA-80CC-4B72-9B60-C1EB88AD642F}" dt="2024-09-19T11:42:19.563" v="405" actId="478"/>
          <ac:spMkLst>
            <pc:docMk/>
            <pc:sldMk cId="2846327534" sldId="268"/>
            <ac:spMk id="2" creationId="{6EE8BBE1-8CF8-8F4F-E861-469AEABF18C2}"/>
          </ac:spMkLst>
        </pc:spChg>
        <pc:spChg chg="del">
          <ac:chgData name="Asst. Prof. (Dr.) Vaishali Chourey" userId="718910d3-8034-4e50-a35c-495d59592351" providerId="ADAL" clId="{F0BF3CDA-80CC-4B72-9B60-C1EB88AD642F}" dt="2024-09-19T11:42:18.158" v="404" actId="478"/>
          <ac:spMkLst>
            <pc:docMk/>
            <pc:sldMk cId="2846327534" sldId="268"/>
            <ac:spMk id="3" creationId="{76078268-4AA4-EA58-7A40-46EBDEB35E06}"/>
          </ac:spMkLst>
        </pc:spChg>
        <pc:picChg chg="add mod">
          <ac:chgData name="Asst. Prof. (Dr.) Vaishali Chourey" userId="718910d3-8034-4e50-a35c-495d59592351" providerId="ADAL" clId="{F0BF3CDA-80CC-4B72-9B60-C1EB88AD642F}" dt="2024-09-19T11:42:12.446" v="403" actId="1076"/>
          <ac:picMkLst>
            <pc:docMk/>
            <pc:sldMk cId="2846327534" sldId="268"/>
            <ac:picMk id="4" creationId="{D61BB3E4-91D3-8A37-9D7C-23DF737DBA6A}"/>
          </ac:picMkLst>
        </pc:picChg>
      </pc:sldChg>
      <pc:sldChg chg="addSp modSp new mod">
        <pc:chgData name="Asst. Prof. (Dr.) Vaishali Chourey" userId="718910d3-8034-4e50-a35c-495d59592351" providerId="ADAL" clId="{F0BF3CDA-80CC-4B72-9B60-C1EB88AD642F}" dt="2024-09-19T11:44:44.506" v="418" actId="14100"/>
        <pc:sldMkLst>
          <pc:docMk/>
          <pc:sldMk cId="2039099509" sldId="269"/>
        </pc:sldMkLst>
        <pc:picChg chg="add mod">
          <ac:chgData name="Asst. Prof. (Dr.) Vaishali Chourey" userId="718910d3-8034-4e50-a35c-495d59592351" providerId="ADAL" clId="{F0BF3CDA-80CC-4B72-9B60-C1EB88AD642F}" dt="2024-09-19T11:44:44.506" v="418" actId="14100"/>
          <ac:picMkLst>
            <pc:docMk/>
            <pc:sldMk cId="2039099509" sldId="269"/>
            <ac:picMk id="4" creationId="{DA1A494C-102B-B3A4-32B9-1456854DDA9F}"/>
          </ac:picMkLst>
        </pc:picChg>
      </pc:sldChg>
      <pc:sldChg chg="modSp new mod">
        <pc:chgData name="Asst. Prof. (Dr.) Vaishali Chourey" userId="718910d3-8034-4e50-a35c-495d59592351" providerId="ADAL" clId="{F0BF3CDA-80CC-4B72-9B60-C1EB88AD642F}" dt="2024-09-20T04:36:47.728" v="1201" actId="20577"/>
        <pc:sldMkLst>
          <pc:docMk/>
          <pc:sldMk cId="2271322387" sldId="270"/>
        </pc:sldMkLst>
        <pc:spChg chg="mod">
          <ac:chgData name="Asst. Prof. (Dr.) Vaishali Chourey" userId="718910d3-8034-4e50-a35c-495d59592351" providerId="ADAL" clId="{F0BF3CDA-80CC-4B72-9B60-C1EB88AD642F}" dt="2024-09-20T04:22:21.321" v="872"/>
          <ac:spMkLst>
            <pc:docMk/>
            <pc:sldMk cId="2271322387" sldId="270"/>
            <ac:spMk id="2" creationId="{DA25B2D8-4625-DC55-7ED0-2E1FA11700F3}"/>
          </ac:spMkLst>
        </pc:spChg>
        <pc:spChg chg="mod">
          <ac:chgData name="Asst. Prof. (Dr.) Vaishali Chourey" userId="718910d3-8034-4e50-a35c-495d59592351" providerId="ADAL" clId="{F0BF3CDA-80CC-4B72-9B60-C1EB88AD642F}" dt="2024-09-20T04:36:47.728" v="1201" actId="20577"/>
          <ac:spMkLst>
            <pc:docMk/>
            <pc:sldMk cId="2271322387" sldId="270"/>
            <ac:spMk id="3" creationId="{6FF0C70C-6DFF-13B2-6187-E2C55C94EEF7}"/>
          </ac:spMkLst>
        </pc:spChg>
      </pc:sldChg>
      <pc:sldChg chg="addSp modSp new mod ord">
        <pc:chgData name="Asst. Prof. (Dr.) Vaishali Chourey" userId="718910d3-8034-4e50-a35c-495d59592351" providerId="ADAL" clId="{F0BF3CDA-80CC-4B72-9B60-C1EB88AD642F}" dt="2024-09-20T04:22:13.520" v="870"/>
        <pc:sldMkLst>
          <pc:docMk/>
          <pc:sldMk cId="2905187864" sldId="271"/>
        </pc:sldMkLst>
        <pc:spChg chg="mod">
          <ac:chgData name="Asst. Prof. (Dr.) Vaishali Chourey" userId="718910d3-8034-4e50-a35c-495d59592351" providerId="ADAL" clId="{F0BF3CDA-80CC-4B72-9B60-C1EB88AD642F}" dt="2024-09-20T04:05:38.299" v="537" actId="20577"/>
          <ac:spMkLst>
            <pc:docMk/>
            <pc:sldMk cId="2905187864" sldId="271"/>
            <ac:spMk id="2" creationId="{1AFD0DC6-7882-42E6-9D6F-02D74D502B65}"/>
          </ac:spMkLst>
        </pc:spChg>
        <pc:spChg chg="mod">
          <ac:chgData name="Asst. Prof. (Dr.) Vaishali Chourey" userId="718910d3-8034-4e50-a35c-495d59592351" providerId="ADAL" clId="{F0BF3CDA-80CC-4B72-9B60-C1EB88AD642F}" dt="2024-09-20T04:06:04.320" v="546" actId="3626"/>
          <ac:spMkLst>
            <pc:docMk/>
            <pc:sldMk cId="2905187864" sldId="271"/>
            <ac:spMk id="3" creationId="{9228495F-B2CA-0BAF-2CF8-FF0D68BD45E7}"/>
          </ac:spMkLst>
        </pc:spChg>
        <pc:spChg chg="add mod">
          <ac:chgData name="Asst. Prof. (Dr.) Vaishali Chourey" userId="718910d3-8034-4e50-a35c-495d59592351" providerId="ADAL" clId="{F0BF3CDA-80CC-4B72-9B60-C1EB88AD642F}" dt="2024-09-20T04:06:47.736" v="556" actId="1076"/>
          <ac:spMkLst>
            <pc:docMk/>
            <pc:sldMk cId="2905187864" sldId="271"/>
            <ac:spMk id="5" creationId="{CB3B9552-8267-6C9B-A132-C1F4A471AF78}"/>
          </ac:spMkLst>
        </pc:spChg>
      </pc:sldChg>
      <pc:sldChg chg="addSp delSp modSp new mod">
        <pc:chgData name="Asst. Prof. (Dr.) Vaishali Chourey" userId="718910d3-8034-4e50-a35c-495d59592351" providerId="ADAL" clId="{F0BF3CDA-80CC-4B72-9B60-C1EB88AD642F}" dt="2024-09-20T04:09:45.292" v="622" actId="313"/>
        <pc:sldMkLst>
          <pc:docMk/>
          <pc:sldMk cId="2659003866" sldId="272"/>
        </pc:sldMkLst>
        <pc:spChg chg="mod">
          <ac:chgData name="Asst. Prof. (Dr.) Vaishali Chourey" userId="718910d3-8034-4e50-a35c-495d59592351" providerId="ADAL" clId="{F0BF3CDA-80CC-4B72-9B60-C1EB88AD642F}" dt="2024-09-20T04:06:52.831" v="564" actId="20577"/>
          <ac:spMkLst>
            <pc:docMk/>
            <pc:sldMk cId="2659003866" sldId="272"/>
            <ac:spMk id="2" creationId="{841B7B8E-CFF2-C2A7-6C20-9F6857911BBE}"/>
          </ac:spMkLst>
        </pc:spChg>
        <pc:spChg chg="add del mod">
          <ac:chgData name="Asst. Prof. (Dr.) Vaishali Chourey" userId="718910d3-8034-4e50-a35c-495d59592351" providerId="ADAL" clId="{F0BF3CDA-80CC-4B72-9B60-C1EB88AD642F}" dt="2024-09-20T04:09:45.292" v="622" actId="313"/>
          <ac:spMkLst>
            <pc:docMk/>
            <pc:sldMk cId="2659003866" sldId="272"/>
            <ac:spMk id="3" creationId="{D73317AC-75D9-3FD1-E676-7BB371ED4592}"/>
          </ac:spMkLst>
        </pc:spChg>
        <pc:spChg chg="add mod">
          <ac:chgData name="Asst. Prof. (Dr.) Vaishali Chourey" userId="718910d3-8034-4e50-a35c-495d59592351" providerId="ADAL" clId="{F0BF3CDA-80CC-4B72-9B60-C1EB88AD642F}" dt="2024-09-20T04:07:15.914" v="566"/>
          <ac:spMkLst>
            <pc:docMk/>
            <pc:sldMk cId="2659003866" sldId="272"/>
            <ac:spMk id="4" creationId="{7C268148-D0A3-C233-09A6-0A335576EB52}"/>
          </ac:spMkLst>
        </pc:spChg>
        <pc:spChg chg="add">
          <ac:chgData name="Asst. Prof. (Dr.) Vaishali Chourey" userId="718910d3-8034-4e50-a35c-495d59592351" providerId="ADAL" clId="{F0BF3CDA-80CC-4B72-9B60-C1EB88AD642F}" dt="2024-09-20T04:08:17.362" v="592"/>
          <ac:spMkLst>
            <pc:docMk/>
            <pc:sldMk cId="2659003866" sldId="272"/>
            <ac:spMk id="5" creationId="{D71C1898-0DF8-A786-6C33-F7C608CA412C}"/>
          </ac:spMkLst>
        </pc:spChg>
        <pc:spChg chg="add">
          <ac:chgData name="Asst. Prof. (Dr.) Vaishali Chourey" userId="718910d3-8034-4e50-a35c-495d59592351" providerId="ADAL" clId="{F0BF3CDA-80CC-4B72-9B60-C1EB88AD642F}" dt="2024-09-20T04:09:03.624" v="609"/>
          <ac:spMkLst>
            <pc:docMk/>
            <pc:sldMk cId="2659003866" sldId="272"/>
            <ac:spMk id="6" creationId="{183B4D0C-B1C3-8905-C698-CC52B301D4E3}"/>
          </ac:spMkLst>
        </pc:spChg>
      </pc:sldChg>
      <pc:sldChg chg="addSp delSp modSp new mod modAnim">
        <pc:chgData name="Asst. Prof. (Dr.) Vaishali Chourey" userId="718910d3-8034-4e50-a35c-495d59592351" providerId="ADAL" clId="{F0BF3CDA-80CC-4B72-9B60-C1EB88AD642F}" dt="2024-09-20T04:18:01.472" v="805" actId="20577"/>
        <pc:sldMkLst>
          <pc:docMk/>
          <pc:sldMk cId="2455438677" sldId="273"/>
        </pc:sldMkLst>
        <pc:spChg chg="mod">
          <ac:chgData name="Asst. Prof. (Dr.) Vaishali Chourey" userId="718910d3-8034-4e50-a35c-495d59592351" providerId="ADAL" clId="{F0BF3CDA-80CC-4B72-9B60-C1EB88AD642F}" dt="2024-09-20T04:18:01.472" v="805" actId="20577"/>
          <ac:spMkLst>
            <pc:docMk/>
            <pc:sldMk cId="2455438677" sldId="273"/>
            <ac:spMk id="2" creationId="{DB2ACBEB-1B2A-64AF-1DDE-39394FDA9818}"/>
          </ac:spMkLst>
        </pc:spChg>
        <pc:spChg chg="add del mod">
          <ac:chgData name="Asst. Prof. (Dr.) Vaishali Chourey" userId="718910d3-8034-4e50-a35c-495d59592351" providerId="ADAL" clId="{F0BF3CDA-80CC-4B72-9B60-C1EB88AD642F}" dt="2024-09-20T04:16:39.534" v="782" actId="20577"/>
          <ac:spMkLst>
            <pc:docMk/>
            <pc:sldMk cId="2455438677" sldId="273"/>
            <ac:spMk id="3" creationId="{7E159C16-58A7-BD79-5D5B-86A992176B53}"/>
          </ac:spMkLst>
        </pc:spChg>
        <pc:spChg chg="add mod">
          <ac:chgData name="Asst. Prof. (Dr.) Vaishali Chourey" userId="718910d3-8034-4e50-a35c-495d59592351" providerId="ADAL" clId="{F0BF3CDA-80CC-4B72-9B60-C1EB88AD642F}" dt="2024-09-20T04:11:32.303" v="625"/>
          <ac:spMkLst>
            <pc:docMk/>
            <pc:sldMk cId="2455438677" sldId="273"/>
            <ac:spMk id="4" creationId="{5A2F36E2-8868-24D3-F730-1150E93C8A42}"/>
          </ac:spMkLst>
        </pc:spChg>
        <pc:spChg chg="add mod">
          <ac:chgData name="Asst. Prof. (Dr.) Vaishali Chourey" userId="718910d3-8034-4e50-a35c-495d59592351" providerId="ADAL" clId="{F0BF3CDA-80CC-4B72-9B60-C1EB88AD642F}" dt="2024-09-20T04:16:34.025" v="778" actId="1076"/>
          <ac:spMkLst>
            <pc:docMk/>
            <pc:sldMk cId="2455438677" sldId="273"/>
            <ac:spMk id="5" creationId="{0CF98DBF-3DAD-A5D2-027D-A2E90129597B}"/>
          </ac:spMkLst>
        </pc:spChg>
        <pc:spChg chg="add">
          <ac:chgData name="Asst. Prof. (Dr.) Vaishali Chourey" userId="718910d3-8034-4e50-a35c-495d59592351" providerId="ADAL" clId="{F0BF3CDA-80CC-4B72-9B60-C1EB88AD642F}" dt="2024-09-20T04:12:12.515" v="633"/>
          <ac:spMkLst>
            <pc:docMk/>
            <pc:sldMk cId="2455438677" sldId="273"/>
            <ac:spMk id="6" creationId="{DB501229-6E01-9A75-8E06-450903B70B31}"/>
          </ac:spMkLst>
        </pc:spChg>
        <pc:spChg chg="add del mod">
          <ac:chgData name="Asst. Prof. (Dr.) Vaishali Chourey" userId="718910d3-8034-4e50-a35c-495d59592351" providerId="ADAL" clId="{F0BF3CDA-80CC-4B72-9B60-C1EB88AD642F}" dt="2024-09-20T04:13:14.497" v="644" actId="478"/>
          <ac:spMkLst>
            <pc:docMk/>
            <pc:sldMk cId="2455438677" sldId="273"/>
            <ac:spMk id="8" creationId="{1D8B5A59-ADCB-1B30-7766-C3BDDAB5F0B7}"/>
          </ac:spMkLst>
        </pc:spChg>
        <pc:spChg chg="add mod">
          <ac:chgData name="Asst. Prof. (Dr.) Vaishali Chourey" userId="718910d3-8034-4e50-a35c-495d59592351" providerId="ADAL" clId="{F0BF3CDA-80CC-4B72-9B60-C1EB88AD642F}" dt="2024-09-20T04:16:30.931" v="777" actId="1076"/>
          <ac:spMkLst>
            <pc:docMk/>
            <pc:sldMk cId="2455438677" sldId="273"/>
            <ac:spMk id="9" creationId="{C4D3193F-3F8C-9B1A-114C-2293C0405D4D}"/>
          </ac:spMkLst>
        </pc:spChg>
        <pc:spChg chg="add mod">
          <ac:chgData name="Asst. Prof. (Dr.) Vaishali Chourey" userId="718910d3-8034-4e50-a35c-495d59592351" providerId="ADAL" clId="{F0BF3CDA-80CC-4B72-9B60-C1EB88AD642F}" dt="2024-09-20T04:16:36.506" v="779" actId="1076"/>
          <ac:spMkLst>
            <pc:docMk/>
            <pc:sldMk cId="2455438677" sldId="273"/>
            <ac:spMk id="10" creationId="{31EB394E-37C6-70C9-33DD-C2DAC9184C7A}"/>
          </ac:spMkLst>
        </pc:spChg>
        <pc:grpChg chg="add mod">
          <ac:chgData name="Asst. Prof. (Dr.) Vaishali Chourey" userId="718910d3-8034-4e50-a35c-495d59592351" providerId="ADAL" clId="{F0BF3CDA-80CC-4B72-9B60-C1EB88AD642F}" dt="2024-09-20T04:17:20.923" v="792" actId="164"/>
          <ac:grpSpMkLst>
            <pc:docMk/>
            <pc:sldMk cId="2455438677" sldId="273"/>
            <ac:grpSpMk id="18" creationId="{9992122F-B806-93D7-5880-05883B285745}"/>
          </ac:grpSpMkLst>
        </pc:grpChg>
        <pc:cxnChg chg="add mod">
          <ac:chgData name="Asst. Prof. (Dr.) Vaishali Chourey" userId="718910d3-8034-4e50-a35c-495d59592351" providerId="ADAL" clId="{F0BF3CDA-80CC-4B72-9B60-C1EB88AD642F}" dt="2024-09-20T04:17:37.331" v="795" actId="1582"/>
          <ac:cxnSpMkLst>
            <pc:docMk/>
            <pc:sldMk cId="2455438677" sldId="273"/>
            <ac:cxnSpMk id="12" creationId="{5D7B2964-F6E3-566C-B259-CBFCE6CAFB2E}"/>
          </ac:cxnSpMkLst>
        </pc:cxnChg>
        <pc:cxnChg chg="add mod">
          <ac:chgData name="Asst. Prof. (Dr.) Vaishali Chourey" userId="718910d3-8034-4e50-a35c-495d59592351" providerId="ADAL" clId="{F0BF3CDA-80CC-4B72-9B60-C1EB88AD642F}" dt="2024-09-20T04:17:37.331" v="795" actId="1582"/>
          <ac:cxnSpMkLst>
            <pc:docMk/>
            <pc:sldMk cId="2455438677" sldId="273"/>
            <ac:cxnSpMk id="13" creationId="{BCAB6735-A1FF-8671-1AC2-2DD91A444E12}"/>
          </ac:cxnSpMkLst>
        </pc:cxnChg>
        <pc:cxnChg chg="add mod">
          <ac:chgData name="Asst. Prof. (Dr.) Vaishali Chourey" userId="718910d3-8034-4e50-a35c-495d59592351" providerId="ADAL" clId="{F0BF3CDA-80CC-4B72-9B60-C1EB88AD642F}" dt="2024-09-20T04:17:24.404" v="793" actId="1582"/>
          <ac:cxnSpMkLst>
            <pc:docMk/>
            <pc:sldMk cId="2455438677" sldId="273"/>
            <ac:cxnSpMk id="15" creationId="{B1DCEB45-511C-1A5F-BF5D-9E912CA09CCF}"/>
          </ac:cxnSpMkLst>
        </pc:cxnChg>
        <pc:cxnChg chg="add mod">
          <ac:chgData name="Asst. Prof. (Dr.) Vaishali Chourey" userId="718910d3-8034-4e50-a35c-495d59592351" providerId="ADAL" clId="{F0BF3CDA-80CC-4B72-9B60-C1EB88AD642F}" dt="2024-09-20T04:17:24.404" v="793" actId="1582"/>
          <ac:cxnSpMkLst>
            <pc:docMk/>
            <pc:sldMk cId="2455438677" sldId="273"/>
            <ac:cxnSpMk id="17" creationId="{718D786B-FDE1-BA3C-15C1-FFE278CD7E62}"/>
          </ac:cxnSpMkLst>
        </pc:cxnChg>
      </pc:sldChg>
      <pc:sldChg chg="modSp new mod">
        <pc:chgData name="Asst. Prof. (Dr.) Vaishali Chourey" userId="718910d3-8034-4e50-a35c-495d59592351" providerId="ADAL" clId="{F0BF3CDA-80CC-4B72-9B60-C1EB88AD642F}" dt="2024-09-20T04:25:08.950" v="929"/>
        <pc:sldMkLst>
          <pc:docMk/>
          <pc:sldMk cId="1060150081" sldId="274"/>
        </pc:sldMkLst>
        <pc:spChg chg="mod">
          <ac:chgData name="Asst. Prof. (Dr.) Vaishali Chourey" userId="718910d3-8034-4e50-a35c-495d59592351" providerId="ADAL" clId="{F0BF3CDA-80CC-4B72-9B60-C1EB88AD642F}" dt="2024-09-20T04:24:31.792" v="917" actId="20577"/>
          <ac:spMkLst>
            <pc:docMk/>
            <pc:sldMk cId="1060150081" sldId="274"/>
            <ac:spMk id="2" creationId="{EF55851C-06A2-3E25-B9A9-209CDC384815}"/>
          </ac:spMkLst>
        </pc:spChg>
        <pc:spChg chg="mod">
          <ac:chgData name="Asst. Prof. (Dr.) Vaishali Chourey" userId="718910d3-8034-4e50-a35c-495d59592351" providerId="ADAL" clId="{F0BF3CDA-80CC-4B72-9B60-C1EB88AD642F}" dt="2024-09-20T04:25:08.950" v="929"/>
          <ac:spMkLst>
            <pc:docMk/>
            <pc:sldMk cId="1060150081" sldId="274"/>
            <ac:spMk id="3" creationId="{AABD67B1-1B56-DA2C-14BB-F17339FEBA28}"/>
          </ac:spMkLst>
        </pc:spChg>
      </pc:sldChg>
      <pc:sldChg chg="addSp modSp new mod">
        <pc:chgData name="Asst. Prof. (Dr.) Vaishali Chourey" userId="718910d3-8034-4e50-a35c-495d59592351" providerId="ADAL" clId="{F0BF3CDA-80CC-4B72-9B60-C1EB88AD642F}" dt="2024-09-20T04:36:58.505" v="1202" actId="1076"/>
        <pc:sldMkLst>
          <pc:docMk/>
          <pc:sldMk cId="4072954615" sldId="275"/>
        </pc:sldMkLst>
        <pc:picChg chg="add mod">
          <ac:chgData name="Asst. Prof. (Dr.) Vaishali Chourey" userId="718910d3-8034-4e50-a35c-495d59592351" providerId="ADAL" clId="{F0BF3CDA-80CC-4B72-9B60-C1EB88AD642F}" dt="2024-09-20T04:36:58.505" v="1202" actId="1076"/>
          <ac:picMkLst>
            <pc:docMk/>
            <pc:sldMk cId="4072954615" sldId="275"/>
            <ac:picMk id="5" creationId="{8D0E95C6-7F05-3328-5B3F-34301CF0F547}"/>
          </ac:picMkLst>
        </pc:picChg>
      </pc:sldChg>
      <pc:sldChg chg="addSp delSp modSp new mod">
        <pc:chgData name="Asst. Prof. (Dr.) Vaishali Chourey" userId="718910d3-8034-4e50-a35c-495d59592351" providerId="ADAL" clId="{F0BF3CDA-80CC-4B72-9B60-C1EB88AD642F}" dt="2024-09-20T04:30:07.052" v="1005" actId="20577"/>
        <pc:sldMkLst>
          <pc:docMk/>
          <pc:sldMk cId="3581641938" sldId="276"/>
        </pc:sldMkLst>
        <pc:spChg chg="mod">
          <ac:chgData name="Asst. Prof. (Dr.) Vaishali Chourey" userId="718910d3-8034-4e50-a35c-495d59592351" providerId="ADAL" clId="{F0BF3CDA-80CC-4B72-9B60-C1EB88AD642F}" dt="2024-09-20T04:27:08.101" v="961" actId="20577"/>
          <ac:spMkLst>
            <pc:docMk/>
            <pc:sldMk cId="3581641938" sldId="276"/>
            <ac:spMk id="2" creationId="{EEB38092-9F79-DE33-516A-F694C7C083D0}"/>
          </ac:spMkLst>
        </pc:spChg>
        <pc:spChg chg="add del mod">
          <ac:chgData name="Asst. Prof. (Dr.) Vaishali Chourey" userId="718910d3-8034-4e50-a35c-495d59592351" providerId="ADAL" clId="{F0BF3CDA-80CC-4B72-9B60-C1EB88AD642F}" dt="2024-09-20T04:30:07.052" v="1005" actId="20577"/>
          <ac:spMkLst>
            <pc:docMk/>
            <pc:sldMk cId="3581641938" sldId="276"/>
            <ac:spMk id="3" creationId="{32AE3D09-7D5B-BB7D-E461-FAEE36486306}"/>
          </ac:spMkLst>
        </pc:spChg>
        <pc:spChg chg="add mod">
          <ac:chgData name="Asst. Prof. (Dr.) Vaishali Chourey" userId="718910d3-8034-4e50-a35c-495d59592351" providerId="ADAL" clId="{F0BF3CDA-80CC-4B72-9B60-C1EB88AD642F}" dt="2024-09-20T04:28:40.573" v="963"/>
          <ac:spMkLst>
            <pc:docMk/>
            <pc:sldMk cId="3581641938" sldId="276"/>
            <ac:spMk id="4" creationId="{9B9ACF92-E0D8-1B64-78F1-241E4E25D2C4}"/>
          </ac:spMkLst>
        </pc:spChg>
        <pc:spChg chg="add">
          <ac:chgData name="Asst. Prof. (Dr.) Vaishali Chourey" userId="718910d3-8034-4e50-a35c-495d59592351" providerId="ADAL" clId="{F0BF3CDA-80CC-4B72-9B60-C1EB88AD642F}" dt="2024-09-20T04:29:02.511" v="969"/>
          <ac:spMkLst>
            <pc:docMk/>
            <pc:sldMk cId="3581641938" sldId="276"/>
            <ac:spMk id="5" creationId="{D2A50935-1D1C-62BE-BDE1-CDFFE744D124}"/>
          </ac:spMkLst>
        </pc:spChg>
      </pc:sldChg>
      <pc:sldChg chg="modSp add mod">
        <pc:chgData name="Asst. Prof. (Dr.) Vaishali Chourey" userId="718910d3-8034-4e50-a35c-495d59592351" providerId="ADAL" clId="{F0BF3CDA-80CC-4B72-9B60-C1EB88AD642F}" dt="2024-09-20T04:30:53.857" v="1047" actId="255"/>
        <pc:sldMkLst>
          <pc:docMk/>
          <pc:sldMk cId="110734293" sldId="277"/>
        </pc:sldMkLst>
        <pc:spChg chg="mod">
          <ac:chgData name="Asst. Prof. (Dr.) Vaishali Chourey" userId="718910d3-8034-4e50-a35c-495d59592351" providerId="ADAL" clId="{F0BF3CDA-80CC-4B72-9B60-C1EB88AD642F}" dt="2024-09-20T04:30:53.857" v="1047" actId="255"/>
          <ac:spMkLst>
            <pc:docMk/>
            <pc:sldMk cId="110734293" sldId="277"/>
            <ac:spMk id="3" creationId="{32AE3D09-7D5B-BB7D-E461-FAEE36486306}"/>
          </ac:spMkLst>
        </pc:spChg>
      </pc:sldChg>
      <pc:sldChg chg="addSp modSp new mod modAnim">
        <pc:chgData name="Asst. Prof. (Dr.) Vaishali Chourey" userId="718910d3-8034-4e50-a35c-495d59592351" providerId="ADAL" clId="{F0BF3CDA-80CC-4B72-9B60-C1EB88AD642F}" dt="2024-09-20T04:35:42.015" v="1195" actId="20577"/>
        <pc:sldMkLst>
          <pc:docMk/>
          <pc:sldMk cId="1521986461" sldId="278"/>
        </pc:sldMkLst>
        <pc:spChg chg="mod">
          <ac:chgData name="Asst. Prof. (Dr.) Vaishali Chourey" userId="718910d3-8034-4e50-a35c-495d59592351" providerId="ADAL" clId="{F0BF3CDA-80CC-4B72-9B60-C1EB88AD642F}" dt="2024-09-20T04:35:42.015" v="1195" actId="20577"/>
          <ac:spMkLst>
            <pc:docMk/>
            <pc:sldMk cId="1521986461" sldId="278"/>
            <ac:spMk id="2" creationId="{D9CCDA29-2E3F-02BF-FBF6-82CA051AD382}"/>
          </ac:spMkLst>
        </pc:spChg>
        <pc:spChg chg="mod">
          <ac:chgData name="Asst. Prof. (Dr.) Vaishali Chourey" userId="718910d3-8034-4e50-a35c-495d59592351" providerId="ADAL" clId="{F0BF3CDA-80CC-4B72-9B60-C1EB88AD642F}" dt="2024-09-20T04:34:33.813" v="1144" actId="14100"/>
          <ac:spMkLst>
            <pc:docMk/>
            <pc:sldMk cId="1521986461" sldId="278"/>
            <ac:spMk id="3" creationId="{462FE0A0-7916-B1D0-C8CF-27CE74D8BD84}"/>
          </ac:spMkLst>
        </pc:spChg>
        <pc:spChg chg="add mod">
          <ac:chgData name="Asst. Prof. (Dr.) Vaishali Chourey" userId="718910d3-8034-4e50-a35c-495d59592351" providerId="ADAL" clId="{F0BF3CDA-80CC-4B72-9B60-C1EB88AD642F}" dt="2024-09-20T04:35:05.269" v="1159" actId="14100"/>
          <ac:spMkLst>
            <pc:docMk/>
            <pc:sldMk cId="1521986461" sldId="278"/>
            <ac:spMk id="4" creationId="{23811A30-FC74-8735-736E-DE4FF3574D12}"/>
          </ac:spMkLst>
        </pc:spChg>
      </pc:sldChg>
      <pc:sldMasterChg chg="modSp">
        <pc:chgData name="Asst. Prof. (Dr.) Vaishali Chourey" userId="718910d3-8034-4e50-a35c-495d59592351" providerId="ADAL" clId="{F0BF3CDA-80CC-4B72-9B60-C1EB88AD642F}" dt="2024-09-19T04:01:56.137" v="26" actId="255"/>
        <pc:sldMasterMkLst>
          <pc:docMk/>
          <pc:sldMasterMk cId="399814319" sldId="2147483660"/>
        </pc:sldMasterMkLst>
        <pc:spChg chg="mod">
          <ac:chgData name="Asst. Prof. (Dr.) Vaishali Chourey" userId="718910d3-8034-4e50-a35c-495d59592351" providerId="ADAL" clId="{F0BF3CDA-80CC-4B72-9B60-C1EB88AD642F}" dt="2024-09-19T04:01:34.779" v="21" actId="2711"/>
          <ac:spMkLst>
            <pc:docMk/>
            <pc:sldMasterMk cId="399814319" sldId="2147483660"/>
            <ac:spMk id="2" creationId="{60682B4E-C023-A8D7-D3E1-8C669EB80618}"/>
          </ac:spMkLst>
        </pc:spChg>
        <pc:spChg chg="mod">
          <ac:chgData name="Asst. Prof. (Dr.) Vaishali Chourey" userId="718910d3-8034-4e50-a35c-495d59592351" providerId="ADAL" clId="{F0BF3CDA-80CC-4B72-9B60-C1EB88AD642F}" dt="2024-09-19T04:01:56.137" v="26" actId="255"/>
          <ac:spMkLst>
            <pc:docMk/>
            <pc:sldMasterMk cId="399814319" sldId="2147483660"/>
            <ac:spMk id="3" creationId="{570F3B0D-90EB-568A-9581-C33EA5FC65ED}"/>
          </ac:spMkLst>
        </pc:spChg>
        <pc:spChg chg="mod">
          <ac:chgData name="Asst. Prof. (Dr.) Vaishali Chourey" userId="718910d3-8034-4e50-a35c-495d59592351" providerId="ADAL" clId="{F0BF3CDA-80CC-4B72-9B60-C1EB88AD642F}" dt="2024-09-19T04:01:34.779" v="21" actId="2711"/>
          <ac:spMkLst>
            <pc:docMk/>
            <pc:sldMasterMk cId="399814319" sldId="2147483660"/>
            <ac:spMk id="4" creationId="{7A71DB69-F6E8-EA0C-9615-3F390441ED91}"/>
          </ac:spMkLst>
        </pc:spChg>
        <pc:spChg chg="mod">
          <ac:chgData name="Asst. Prof. (Dr.) Vaishali Chourey" userId="718910d3-8034-4e50-a35c-495d59592351" providerId="ADAL" clId="{F0BF3CDA-80CC-4B72-9B60-C1EB88AD642F}" dt="2024-09-19T04:01:34.779" v="21" actId="2711"/>
          <ac:spMkLst>
            <pc:docMk/>
            <pc:sldMasterMk cId="399814319" sldId="2147483660"/>
            <ac:spMk id="5" creationId="{F691FEEC-EDEF-30C2-BF7F-5F9DB1F566D2}"/>
          </ac:spMkLst>
        </pc:spChg>
        <pc:spChg chg="mod">
          <ac:chgData name="Asst. Prof. (Dr.) Vaishali Chourey" userId="718910d3-8034-4e50-a35c-495d59592351" providerId="ADAL" clId="{F0BF3CDA-80CC-4B72-9B60-C1EB88AD642F}" dt="2024-09-19T04:01:34.779" v="21" actId="2711"/>
          <ac:spMkLst>
            <pc:docMk/>
            <pc:sldMasterMk cId="399814319" sldId="2147483660"/>
            <ac:spMk id="6" creationId="{3E83AFC6-86E4-0455-28DA-0B3989422A7F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84BF-BC4F-48B8-923F-1D8250563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3D9C9-D73D-91BA-A187-052D9F84B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43A78-B5E7-D3CD-4E34-64089C14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D678-0DB8-F380-69D8-6D1B3DE5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8BCB-76A6-7908-A0D0-E65BCD23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6A83-C190-EC58-FE40-A9CA7E3F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173E-DC74-7263-66B3-D1269F65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14350" indent="-171450">
              <a:buFont typeface="Times New Roman" panose="02020603050405020304" pitchFamily="18" charset="0"/>
              <a:buChar char="⁃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A842-1AE7-C4D2-B726-B25D5AEB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0912-C4CC-2D1E-B99F-D8095DF6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4042-B5E4-2E45-D76B-1879DE28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9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B79F-6BD3-DB05-DEF5-E504E57E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9E266-50D9-A5A9-EFA1-4A80D46B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10AE-29E7-1E37-D1F4-7AF26860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A499-2D6F-90B3-6AA5-FD2D51F2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762A2-AAEB-425D-48A7-93404E4E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9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F041-0C05-7AD6-5106-E41352DE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FBD5-0941-BF90-096B-AAECD5533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61143-12F8-7177-D075-4D0EF16E8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C6D0-D02E-3EDC-A8ED-9141369E3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8D335-BF01-CBF0-307A-5401877D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10E05-5591-2E03-D1F9-859CD9E3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7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BD2C-8F36-9C9D-044D-19906D1D5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81917-81C7-BD9E-68A3-AE01ABB7A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C7E92-B585-B85D-1E4E-C9B28CA63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DED18-97A8-24C2-7F1A-DD170ED97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7F9EC-D2DB-082B-8224-D115E7BA9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8D58B-EBFA-6F37-293D-EA41066D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B2DE3-2BD3-E599-BE42-A4767BF0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8BCCF-178B-C50D-4E06-CE57B69A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59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A765-1748-3917-EAAE-58FCD150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EB757-6E40-5071-46B4-B5131DF8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54FAF-2104-650F-78C5-3B2F21A1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EFFE9-043A-9942-C016-F318823B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9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64CE4-7B8B-1F54-13AC-2CDF7423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206CB-E4DE-C849-66B1-4289E434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A5975-ED6C-6BBB-B830-B8187032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2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081D-1D47-7550-11D1-BAEBF654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1EC6-3F13-24D3-29F5-9D371E62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13D69-5CA5-DA7D-D83A-6A41F940F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401FF-BDD9-3CC0-CEA7-F29364E4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C48A6-3175-9474-DD03-684677EA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3D781-06B3-D744-E1ED-5FEDE9E0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F409-34AF-63E1-1341-24AF6A40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76636-C032-1EAB-726F-9B0231149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E763-7E7C-5AA5-15A6-452FC2530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C2A7-9E49-71C4-8871-C04D8FDB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152DC-B9AF-9E54-BC70-BA8CD8FE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D49D5-3AD7-0F49-3069-77A53D92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1E6D-C190-00E0-E510-27EAF160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EF74D-6BA9-F0AC-1719-3830375EA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8D83-4B38-D62F-92BA-1104FDB9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D9219-E1F3-0C66-5013-3F729892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49D-38B6-492D-1D6B-2535C1FF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3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EF009-EA74-0B2B-B360-CDDE9D586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D77D-6455-C469-5350-2E2F928B1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5A37-379E-F5F7-E69F-487DDE6F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8D4A-A912-2656-107A-A77CA583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DF25F-D268-2153-009F-93B343AF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19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12AE2-812E-EE4A-7B38-000BECA6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43E38-1E04-8D23-57B2-D78173F5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F0937-B253-7AB1-D2FD-31E624A3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52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>
            <a:normAutofit/>
          </a:bodyPr>
          <a:lstStyle/>
          <a:p>
            <a:pPr lvl="0"/>
            <a:r>
              <a:rPr lang="en-GB" noProof="0"/>
              <a:t>Click icon to add table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7DE3-C71A-5888-DE5A-FC4DF888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BFACC62-D1F1-497B-9EDE-9227CE18EBFE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16BB-40D0-44C2-5284-BDB9A167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9BDD-5104-9095-2FDB-C9CEF6C4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EF7DCC0-1D61-415A-8753-AB0B84AA6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82B4E-C023-A8D7-D3E1-8C669EB8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F3B0D-90EB-568A-9581-C33EA5FC6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1DB69-F6E8-EA0C-9615-3F390441E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BFACC62-D1F1-497B-9EDE-9227CE18EBFE}" type="datetimeFigureOut">
              <a:rPr lang="en-US" smtClean="0"/>
              <a:pPr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FEEC-EDEF-30C2-BF7F-5F9DB1F5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3AFC6-86E4-0455-28DA-0B3989422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7DCC0-1D61-415A-8753-AB0B84AA6E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1620D53-F519-42B3-A6C2-D132A8F9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079" y="3279098"/>
            <a:ext cx="7360169" cy="800100"/>
          </a:xfrm>
        </p:spPr>
        <p:txBody>
          <a:bodyPr>
            <a:normAutofit/>
          </a:bodyPr>
          <a:lstStyle/>
          <a:p>
            <a:r>
              <a:rPr lang="en-US" sz="4400" dirty="0"/>
              <a:t>The C Programming Language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60A4EDA8-48B1-DD2C-12CC-C8CB523DE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11" y="1955031"/>
            <a:ext cx="2889492" cy="31865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01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48B6-1BE6-2A1A-6FE6-63B74560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FD39-EFB8-DC25-AF1B-5CBD7605C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Adani"/>
              </a:rPr>
              <a:t>T</a:t>
            </a:r>
            <a:r>
              <a:rPr lang="en-US" dirty="0">
                <a:solidFill>
                  <a:srgbClr val="000000"/>
                </a:solidFill>
                <a:effectLst/>
                <a:ea typeface="Adani"/>
              </a:rPr>
              <a:t>he structure of C Program</a:t>
            </a:r>
          </a:p>
          <a:p>
            <a:r>
              <a:rPr lang="en-US" dirty="0">
                <a:solidFill>
                  <a:srgbClr val="000000"/>
                </a:solidFill>
                <a:effectLst/>
                <a:ea typeface="Adani"/>
              </a:rPr>
              <a:t>Compile and executing C program</a:t>
            </a:r>
            <a:endParaRPr lang="en-US" dirty="0"/>
          </a:p>
        </p:txBody>
      </p:sp>
      <p:pic>
        <p:nvPicPr>
          <p:cNvPr id="5" name="Picture 4" descr="A white and blue rectangle with black text&#10;&#10;Description automatically generated">
            <a:extLst>
              <a:ext uri="{FF2B5EF4-FFF2-40B4-BE49-F238E27FC236}">
                <a16:creationId xmlns:a16="http://schemas.microsoft.com/office/drawing/2014/main" id="{547FCE16-C966-2FF0-9EA6-605B055BB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181" y="3537305"/>
            <a:ext cx="5080416" cy="266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5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6474-6F05-DC0F-FE6A-A1D0D6B3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3A00-3A2C-99B7-6F52-EB321154D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 is a general-purpose programming language created by Dennis Ritchie at the AT &amp; T Bell Laboratories in 1972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C is strongly associated with UNIX, as it was developed to write the UNIX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275117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C745-0ED5-8C04-4346-A2F08C8E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B758E-415F-3515-6833-EFB97E865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Widely used today that easily extends to newer system architectures</a:t>
            </a:r>
          </a:p>
          <a:p>
            <a:r>
              <a:rPr lang="en-US" dirty="0"/>
              <a:t>Better efficiency / performance</a:t>
            </a:r>
          </a:p>
          <a:p>
            <a:r>
              <a:rPr lang="en-US" dirty="0"/>
              <a:t>Offers low-level access</a:t>
            </a:r>
          </a:p>
        </p:txBody>
      </p:sp>
    </p:spTree>
    <p:extLst>
      <p:ext uri="{BB962C8B-B14F-4D97-AF65-F5344CB8AC3E}">
        <p14:creationId xmlns:p14="http://schemas.microsoft.com/office/powerpoint/2010/main" val="410192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312F-ABB3-14A1-57B2-B6DB9B12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Chronology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2550-E2E1-2CB4-8F11-17AFDF26C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1972 – C invented</a:t>
            </a:r>
          </a:p>
          <a:p>
            <a:r>
              <a:rPr lang="en-US" dirty="0"/>
              <a:t>1978 – The C Programming Language published; first specification of language</a:t>
            </a:r>
          </a:p>
          <a:p>
            <a:r>
              <a:rPr lang="en-US" dirty="0"/>
              <a:t>1989 – C89 standard (known as ANSI C or Standard C)</a:t>
            </a:r>
          </a:p>
          <a:p>
            <a:r>
              <a:rPr lang="en-US" dirty="0"/>
              <a:t>1990 – ANSI C adopted by ISO, known as C90</a:t>
            </a:r>
          </a:p>
          <a:p>
            <a:r>
              <a:rPr lang="en-US" dirty="0"/>
              <a:t>1999 – C99 standard</a:t>
            </a:r>
          </a:p>
          <a:p>
            <a:pPr lvl="1"/>
            <a:r>
              <a:rPr lang="en-US" dirty="0"/>
              <a:t>mostly backward-compatible</a:t>
            </a:r>
          </a:p>
          <a:p>
            <a:pPr lvl="1"/>
            <a:r>
              <a:rPr lang="en-US" dirty="0"/>
              <a:t>not completely implemented in many compilers</a:t>
            </a:r>
          </a:p>
          <a:p>
            <a:r>
              <a:rPr lang="en-US" dirty="0"/>
              <a:t>2007 – work on new C standard C1X announced</a:t>
            </a:r>
          </a:p>
        </p:txBody>
      </p:sp>
    </p:spTree>
    <p:extLst>
      <p:ext uri="{BB962C8B-B14F-4D97-AF65-F5344CB8AC3E}">
        <p14:creationId xmlns:p14="http://schemas.microsoft.com/office/powerpoint/2010/main" val="309194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575F-1632-5BB4-7486-2B65964F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1E60-AC1F-6130-59A8-C5BDBA304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More recent derivatives: C++, Objective C, C#</a:t>
            </a:r>
          </a:p>
          <a:p>
            <a:r>
              <a:rPr lang="en-US" dirty="0"/>
              <a:t>Influenced: Java, Perl, Python (quite different)</a:t>
            </a:r>
          </a:p>
          <a:p>
            <a:r>
              <a:rPr lang="en-US" dirty="0"/>
              <a:t>C lacks:</a:t>
            </a:r>
          </a:p>
          <a:p>
            <a:pPr lvl="1"/>
            <a:r>
              <a:rPr lang="en-US" dirty="0"/>
              <a:t>Exceptions</a:t>
            </a:r>
          </a:p>
          <a:p>
            <a:pPr lvl="1"/>
            <a:r>
              <a:rPr lang="en-US" dirty="0"/>
              <a:t>range-checking</a:t>
            </a:r>
          </a:p>
          <a:p>
            <a:pPr lvl="1"/>
            <a:r>
              <a:rPr lang="en-US" dirty="0"/>
              <a:t>garbage collection</a:t>
            </a:r>
          </a:p>
          <a:p>
            <a:pPr lvl="1"/>
            <a:r>
              <a:rPr lang="en-US" dirty="0"/>
              <a:t>object-oriented programming</a:t>
            </a:r>
          </a:p>
          <a:p>
            <a:pPr lvl="1"/>
            <a:r>
              <a:rPr lang="en-US" dirty="0"/>
              <a:t>Polymorphism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Low-level language faster code (usually)</a:t>
            </a:r>
          </a:p>
        </p:txBody>
      </p:sp>
    </p:spTree>
    <p:extLst>
      <p:ext uri="{BB962C8B-B14F-4D97-AF65-F5344CB8AC3E}">
        <p14:creationId xmlns:p14="http://schemas.microsoft.com/office/powerpoint/2010/main" val="307468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F4FC-F2CB-349C-2EE4-A6FC7D9D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Language</a:t>
            </a:r>
          </a:p>
        </p:txBody>
      </p:sp>
      <p:pic>
        <p:nvPicPr>
          <p:cNvPr id="5" name="Content Placeholder 4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D61C32DD-EE49-D4B2-C79C-6C5831572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474" y="1702608"/>
            <a:ext cx="7591269" cy="4673839"/>
          </a:xfrm>
        </p:spPr>
      </p:pic>
    </p:spTree>
    <p:extLst>
      <p:ext uri="{BB962C8B-B14F-4D97-AF65-F5344CB8AC3E}">
        <p14:creationId xmlns:p14="http://schemas.microsoft.com/office/powerpoint/2010/main" val="142371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6EA6-94E2-43BE-147F-CA7F5BB2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Writing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46AA9-49FD-0261-E9EC-F8C3A26C7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8305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</a:t>
            </a:r>
          </a:p>
          <a:p>
            <a:pPr lvl="1"/>
            <a:r>
              <a:rPr lang="en-US" dirty="0"/>
              <a:t>A text editor, like Notepad, to write C code</a:t>
            </a:r>
          </a:p>
          <a:p>
            <a:pPr lvl="1"/>
            <a:r>
              <a:rPr lang="en-US" dirty="0"/>
              <a:t>A compiler, like GCC, to translate the C code into a language that the computer will understand</a:t>
            </a:r>
          </a:p>
          <a:p>
            <a:endParaRPr lang="en-US" dirty="0"/>
          </a:p>
          <a:p>
            <a:r>
              <a:rPr lang="en-US" dirty="0"/>
              <a:t>An IDE (Integrated Development Environment) is used to edit AND compile the code.</a:t>
            </a:r>
          </a:p>
          <a:p>
            <a:pPr algn="just"/>
            <a:r>
              <a:rPr lang="en-US" dirty="0"/>
              <a:t>Popular IDE's include Code::Blocks, Eclipse, and Visual Studio. These are all free, and they can be used to both edit and debug C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8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F593-DE95-1973-A9B8-2618E660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FD97-0B9F-0299-EAF2-A619FC720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FCFC3-C0F0-C2A3-A2EC-1AF212775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5997"/>
            <a:ext cx="10262154" cy="63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87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2DFE-369D-93A3-6547-AAB05B9F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 Program</a:t>
            </a:r>
          </a:p>
        </p:txBody>
      </p:sp>
      <p:pic>
        <p:nvPicPr>
          <p:cNvPr id="6" name="Content Placeholder 5" descr="A screenshot of a document&#10;&#10;Description automatically generated">
            <a:extLst>
              <a:ext uri="{FF2B5EF4-FFF2-40B4-BE49-F238E27FC236}">
                <a16:creationId xmlns:a16="http://schemas.microsoft.com/office/drawing/2014/main" id="{A958883F-BB13-6AC7-8833-B672C40C5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251" y="1237793"/>
            <a:ext cx="6023101" cy="5413947"/>
          </a:xfrm>
        </p:spPr>
      </p:pic>
    </p:spTree>
    <p:extLst>
      <p:ext uri="{BB962C8B-B14F-4D97-AF65-F5344CB8AC3E}">
        <p14:creationId xmlns:p14="http://schemas.microsoft.com/office/powerpoint/2010/main" val="354069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1BB3E4-91D3-8A37-9D7C-23DF737DB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34" y="0"/>
            <a:ext cx="8686176" cy="72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2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F3CD-1283-4546-3D39-D91D65BA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EAE2-233E-3415-4364-3484109A0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documentation section consists of a set of comment lines giving the name of the program, the author and other details, which the programmer would like to use later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600" dirty="0">
                <a:highlight>
                  <a:srgbClr val="FFFF00"/>
                </a:highlight>
              </a:rPr>
              <a:t>/*description, name of the program, programmer name, date, time etc. */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DBCD3-7BFD-6A7A-2C18-282D6103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7" y="4161865"/>
            <a:ext cx="11412881" cy="243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0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D806-486B-0A2A-522E-5FD5498F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Section – Preprocessor 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25D9-98EE-6930-F363-8639B85F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It consist of preprocessor directives which link the compiler to the standard library functions. </a:t>
            </a:r>
          </a:p>
          <a:p>
            <a:pPr marL="0" indent="0" algn="just">
              <a:buNone/>
            </a:pPr>
            <a:r>
              <a:rPr lang="en-US" dirty="0"/>
              <a:t>We include different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predefined standard library functions </a:t>
            </a:r>
            <a:r>
              <a:rPr lang="en-US" dirty="0"/>
              <a:t>in our C programs that are available in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standard header files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# 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 include&lt;</a:t>
            </a:r>
            <a:r>
              <a:rPr lang="en-US" dirty="0" err="1"/>
              <a:t>math.h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2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0DC6-7882-42E6-9D6F-02D74D50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495F-B2CA-0BAF-2CF8-FF0D68B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Syntax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Path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Once-Only Headers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Alternatives to Wrapper #ifndef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Computed Includes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Wrapper Headers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Headers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B9552-8267-6C9B-A132-C1F4A471AF78}"/>
              </a:ext>
            </a:extLst>
          </p:cNvPr>
          <p:cNvSpPr txBox="1"/>
          <p:nvPr/>
        </p:nvSpPr>
        <p:spPr>
          <a:xfrm>
            <a:off x="5611317" y="5951538"/>
            <a:ext cx="65806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https://gcc.gnu.org/onlinedocs/cpp/Header-Files.html</a:t>
            </a:r>
          </a:p>
        </p:txBody>
      </p:sp>
    </p:spTree>
    <p:extLst>
      <p:ext uri="{BB962C8B-B14F-4D97-AF65-F5344CB8AC3E}">
        <p14:creationId xmlns:p14="http://schemas.microsoft.com/office/powerpoint/2010/main" val="290518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7B8E-CFF2-C2A7-6C20-9F685791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317AC-75D9-3FD1-E676-7BB371ED4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included using the preprocessing directive ‘#include’ </a:t>
            </a:r>
          </a:p>
          <a:p>
            <a:pPr lvl="1"/>
            <a:endParaRPr lang="en-US" dirty="0"/>
          </a:p>
          <a:p>
            <a:pPr marL="34290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#include &lt;file&gt; </a:t>
            </a:r>
            <a:r>
              <a:rPr lang="en-US" dirty="0"/>
              <a:t>- It searches for a file named </a:t>
            </a:r>
            <a:r>
              <a:rPr lang="en-US" i="1" dirty="0"/>
              <a:t>file</a:t>
            </a:r>
            <a:r>
              <a:rPr lang="en-US" dirty="0"/>
              <a:t> in a standard list of system directories.</a:t>
            </a:r>
          </a:p>
          <a:p>
            <a:pPr lvl="1"/>
            <a:endParaRPr lang="en-US" dirty="0"/>
          </a:p>
          <a:p>
            <a:pPr marL="342900" lvl="1" indent="0" algn="just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#include “file” </a:t>
            </a:r>
            <a:r>
              <a:rPr lang="en-US" dirty="0"/>
              <a:t>- This variant is used for header files of your own program. It searches for a file named “file” first in the directory containing the current file, then in the quote directories and then the same directories used for &lt;file&gt;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003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CBEB-1B2A-64AF-1DDE-39394FDA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9C16-58A7-BD79-5D5B-86A992176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48" y="1848123"/>
            <a:ext cx="59361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you have a header file </a:t>
            </a:r>
            <a:r>
              <a:rPr lang="en-US" dirty="0" err="1"/>
              <a:t>header.h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a file as </a:t>
            </a:r>
            <a:r>
              <a:rPr lang="en-US" dirty="0" err="1"/>
              <a:t>program.c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Compiler sees it as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98DBF-3DAD-A5D2-027D-A2E90129597B}"/>
              </a:ext>
            </a:extLst>
          </p:cNvPr>
          <p:cNvSpPr/>
          <p:nvPr/>
        </p:nvSpPr>
        <p:spPr>
          <a:xfrm>
            <a:off x="8139659" y="1960576"/>
            <a:ext cx="2443396" cy="50966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char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*test (void);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D3193F-3F8C-9B1A-114C-2293C0405D4D}"/>
              </a:ext>
            </a:extLst>
          </p:cNvPr>
          <p:cNvSpPr/>
          <p:nvPr/>
        </p:nvSpPr>
        <p:spPr>
          <a:xfrm>
            <a:off x="8139659" y="2941885"/>
            <a:ext cx="2998033" cy="256817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int x;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#include "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</a:rPr>
              <a:t>header.h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"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Int main (void)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  puts (test ());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B394E-37C6-70C9-33DD-C2DAC9184C7A}"/>
              </a:ext>
            </a:extLst>
          </p:cNvPr>
          <p:cNvSpPr/>
          <p:nvPr/>
        </p:nvSpPr>
        <p:spPr>
          <a:xfrm>
            <a:off x="4384622" y="3887813"/>
            <a:ext cx="2998033" cy="269768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int x;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char *test (void);</a:t>
            </a:r>
          </a:p>
          <a:p>
            <a:pPr marL="0" indent="0">
              <a:buNone/>
            </a:pP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Int main (void)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  puts (test ());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7B2964-F6E3-566C-B259-CBFCE6CAFB2E}"/>
              </a:ext>
            </a:extLst>
          </p:cNvPr>
          <p:cNvCxnSpPr/>
          <p:nvPr/>
        </p:nvCxnSpPr>
        <p:spPr>
          <a:xfrm>
            <a:off x="6385810" y="2215408"/>
            <a:ext cx="15589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AB6735-A1FF-8671-1AC2-2DD91A444E12}"/>
              </a:ext>
            </a:extLst>
          </p:cNvPr>
          <p:cNvCxnSpPr>
            <a:cxnSpLocks/>
          </p:cNvCxnSpPr>
          <p:nvPr/>
        </p:nvCxnSpPr>
        <p:spPr>
          <a:xfrm>
            <a:off x="4826833" y="3252228"/>
            <a:ext cx="311795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92122F-B806-93D7-5880-05883B285745}"/>
              </a:ext>
            </a:extLst>
          </p:cNvPr>
          <p:cNvGrpSpPr/>
          <p:nvPr/>
        </p:nvGrpSpPr>
        <p:grpSpPr>
          <a:xfrm>
            <a:off x="2565817" y="4467069"/>
            <a:ext cx="1558977" cy="1042988"/>
            <a:chOff x="2565817" y="4467069"/>
            <a:chExt cx="1558977" cy="104298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1DCEB45-511C-1A5F-BF5D-9E912CA09CCF}"/>
                </a:ext>
              </a:extLst>
            </p:cNvPr>
            <p:cNvCxnSpPr/>
            <p:nvPr/>
          </p:nvCxnSpPr>
          <p:spPr>
            <a:xfrm>
              <a:off x="2565817" y="5509419"/>
              <a:ext cx="155897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8D786B-FDE1-BA3C-15C1-FFE278CD7E62}"/>
                </a:ext>
              </a:extLst>
            </p:cNvPr>
            <p:cNvCxnSpPr/>
            <p:nvPr/>
          </p:nvCxnSpPr>
          <p:spPr>
            <a:xfrm>
              <a:off x="2565817" y="4467069"/>
              <a:ext cx="0" cy="10429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543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B2D8-4625-DC55-7ED0-2E1FA117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Section – Preprocessor 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C70C-6DFF-13B2-6187-E2C55C94E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defining symbolic constants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PI 3.1415</a:t>
            </a:r>
          </a:p>
          <a:p>
            <a:pPr marL="0" indent="0">
              <a:buNone/>
            </a:pPr>
            <a:r>
              <a:rPr lang="en-US" dirty="0"/>
              <a:t># define DATE 31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22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DA29-2E3F-02BF-FBF6-82CA051A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-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E0A0-7916-B1D0-C8CF-27CE74D8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98" y="1600200"/>
            <a:ext cx="4581994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// C program to illustrate macros</a:t>
            </a:r>
          </a:p>
          <a:p>
            <a:pPr marL="0" indent="0">
              <a:buNone/>
            </a:pPr>
            <a:r>
              <a:rPr lang="en-US" sz="2600" dirty="0"/>
              <a:t>#include &lt;</a:t>
            </a:r>
            <a:r>
              <a:rPr lang="en-US" sz="2600" dirty="0" err="1"/>
              <a:t>stdio.h</a:t>
            </a:r>
            <a:r>
              <a:rPr lang="en-US" sz="2600" dirty="0"/>
              <a:t>&gt;</a:t>
            </a:r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marL="0" indent="0">
              <a:buNone/>
            </a:pPr>
            <a:r>
              <a:rPr lang="en-US" sz="2600" dirty="0"/>
              <a:t>// Macro definition</a:t>
            </a:r>
          </a:p>
          <a:p>
            <a:pPr marL="0" indent="0">
              <a:buNone/>
            </a:pPr>
            <a:r>
              <a:rPr lang="en-US" sz="2600" dirty="0"/>
              <a:t>#define AREA(l, b) (l * b)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811A30-FC74-8735-736E-DE4FF3574D12}"/>
              </a:ext>
            </a:extLst>
          </p:cNvPr>
          <p:cNvSpPr txBox="1">
            <a:spLocks/>
          </p:cNvSpPr>
          <p:nvPr/>
        </p:nvSpPr>
        <p:spPr>
          <a:xfrm>
            <a:off x="4736892" y="1600200"/>
            <a:ext cx="7300210" cy="4500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Times New Roman" panose="02020603050405020304" pitchFamily="18" charset="0"/>
              <a:buChar char="⁃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// Driver 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int main()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{</a:t>
            </a:r>
          </a:p>
          <a:p>
            <a:pPr marL="0" indent="0">
              <a:buNone/>
            </a:pPr>
            <a:r>
              <a:rPr lang="en-US" sz="2600" dirty="0"/>
              <a:t>int l1 = 10, l2 = 5, area; 	// Given lengths l1 and l2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area = AREA(l1, l2); // Find the area using macros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 </a:t>
            </a:r>
            <a:r>
              <a:rPr lang="en-US" sz="2600" dirty="0" err="1"/>
              <a:t>printf</a:t>
            </a:r>
            <a:r>
              <a:rPr lang="en-US" sz="2600" dirty="0"/>
              <a:t>("Area of rectangle" is: %d", area);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 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8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851C-06A2-3E25-B9A9-209CDC38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Declarations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D67B1-1B56-DA2C-14BB-F17339FE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This section contains global variables, function declaration, and static variables. Variables and functions which are declared in this scope can be used anywhere in the program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int num = 18;</a:t>
            </a:r>
          </a:p>
        </p:txBody>
      </p:sp>
    </p:spTree>
    <p:extLst>
      <p:ext uri="{BB962C8B-B14F-4D97-AF65-F5344CB8AC3E}">
        <p14:creationId xmlns:p14="http://schemas.microsoft.com/office/powerpoint/2010/main" val="1060150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AB15-7A3A-AA30-6E12-66B22012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7553-337F-9634-FEB3-54D8D7B23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E95C6-7F05-3328-5B3F-34301CF0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2" y="1462088"/>
            <a:ext cx="11198245" cy="504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5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8092-9F79-DE33-516A-F694C7C0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3D09-7D5B-BB7D-E461-FAEE3648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main function is the entry point of a C program. It’s where the execution of the program begins. </a:t>
            </a:r>
          </a:p>
          <a:p>
            <a:pPr marL="0" indent="0" algn="just">
              <a:buNone/>
            </a:pPr>
            <a:r>
              <a:rPr lang="en-US" sz="2200" dirty="0"/>
              <a:t>#include &lt;</a:t>
            </a:r>
            <a:r>
              <a:rPr lang="en-US" sz="2200" dirty="0" err="1"/>
              <a:t>stdio.h</a:t>
            </a:r>
            <a:r>
              <a:rPr lang="en-US" sz="2200" dirty="0"/>
              <a:t>&gt;</a:t>
            </a:r>
          </a:p>
          <a:p>
            <a:pPr marL="0" indent="0" algn="just">
              <a:buNone/>
            </a:pPr>
            <a:r>
              <a:rPr lang="en-US" sz="2200" dirty="0"/>
              <a:t>int main() {</a:t>
            </a:r>
          </a:p>
          <a:p>
            <a:pPr marL="0" indent="0" algn="just">
              <a:buNone/>
            </a:pPr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(“Let me see \n"); 		</a:t>
            </a:r>
            <a:r>
              <a:rPr lang="en-US" sz="2200" b="1" dirty="0"/>
              <a:t>// Print a message to the console</a:t>
            </a:r>
          </a:p>
          <a:p>
            <a:pPr marL="0" indent="0" algn="just">
              <a:buNone/>
            </a:pPr>
            <a:r>
              <a:rPr lang="en-US" sz="2200" dirty="0"/>
              <a:t>   	return 0; 				</a:t>
            </a:r>
            <a:r>
              <a:rPr lang="en-US" sz="2200" b="1" dirty="0"/>
              <a:t>// Indicate that the program ended successfully</a:t>
            </a:r>
          </a:p>
          <a:p>
            <a:pPr marL="0" indent="0" algn="just">
              <a:buNone/>
            </a:pPr>
            <a:r>
              <a:rPr lang="en-US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1641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8092-9F79-DE33-516A-F694C7C0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3D09-7D5B-BB7D-E461-FAEE3648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Declaration Part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Executable Part</a:t>
            </a:r>
          </a:p>
        </p:txBody>
      </p:sp>
    </p:spTree>
    <p:extLst>
      <p:ext uri="{BB962C8B-B14F-4D97-AF65-F5344CB8AC3E}">
        <p14:creationId xmlns:p14="http://schemas.microsoft.com/office/powerpoint/2010/main" val="110734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56FD-FAA5-A188-D1DF-0CB70516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60D7-2D56-8098-8379-6C06B0DE1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A494C-102B-B3A4-32B9-1456854D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71" y="142875"/>
            <a:ext cx="7995536" cy="65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995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DC1AA61-0617-4FFC-9EA2-1619ECB02EFA}" vid="{1E498EF9-8A49-4DB9-9B11-8BC5823FA65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502</TotalTime>
  <Words>780</Words>
  <Application>Microsoft Office PowerPoint</Application>
  <PresentationFormat>Widescreen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Adani</vt:lpstr>
      <vt:lpstr>Arial</vt:lpstr>
      <vt:lpstr>Times New Roman</vt:lpstr>
      <vt:lpstr>Theme1</vt:lpstr>
      <vt:lpstr>The C Programming Language</vt:lpstr>
      <vt:lpstr>Contents</vt:lpstr>
      <vt:lpstr>C Language</vt:lpstr>
      <vt:lpstr>C Language</vt:lpstr>
      <vt:lpstr>C Chronology</vt:lpstr>
      <vt:lpstr>More on C</vt:lpstr>
      <vt:lpstr>C Language</vt:lpstr>
      <vt:lpstr>Before Writing a Program</vt:lpstr>
      <vt:lpstr>PowerPoint Presentation</vt:lpstr>
      <vt:lpstr>Structure of C Program</vt:lpstr>
      <vt:lpstr>PowerPoint Presentation</vt:lpstr>
      <vt:lpstr>Documentation Section</vt:lpstr>
      <vt:lpstr>Link Section – Preprocessor Directives</vt:lpstr>
      <vt:lpstr>Header Files</vt:lpstr>
      <vt:lpstr>Include </vt:lpstr>
      <vt:lpstr>Example</vt:lpstr>
      <vt:lpstr>Definition Section – Preprocessor Directives</vt:lpstr>
      <vt:lpstr>Definition - Macros</vt:lpstr>
      <vt:lpstr>Global Declarations</vt:lpstr>
      <vt:lpstr>PowerPoint Presentation</vt:lpstr>
      <vt:lpstr>The main Function</vt:lpstr>
      <vt:lpstr>The main Function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Asst. Prof. (Dr.) Vaishali Chourey</dc:creator>
  <cp:lastModifiedBy>Asst. Prof. (Dr.) Vaishali Chourey</cp:lastModifiedBy>
  <cp:revision>1</cp:revision>
  <dcterms:created xsi:type="dcterms:W3CDTF">2024-09-19T04:00:07Z</dcterms:created>
  <dcterms:modified xsi:type="dcterms:W3CDTF">2024-09-20T04:37:09Z</dcterms:modified>
</cp:coreProperties>
</file>